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10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266057"/>
            <a:ext cx="698087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FinTech </a:t>
            </a:r>
            <a:r>
              <a:rPr b="1" i="0" lang="en-US" sz="60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Guardian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09057"/>
            <a:ext cx="6648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Cloud-Native Real-Time Fraud Detection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77617"/>
            <a:ext cx="6648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2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FIREBASE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20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GEMINI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203198" y="2597850"/>
            <a:ext cx="778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Enterprise Challenge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4342750"/>
            <a:ext cx="666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Why traditional banking systems fail in the modern era of high-frequency digital transactions.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3675"/>
            <a:ext cx="52387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33675"/>
            <a:ext cx="52387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1242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6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6385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Enterprise banks process millions of transactions daily. Manual review is impossible, and traditional batch-processing (overnight checks) is too slow to stop fraud before the money leaves the system.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1242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6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36385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FinTech Guardian implements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Event-Driven Architecture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By analyzing data streams in real-time using Edge AI, we can flag and block suspicious activity milliseconds after it occurs.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152775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152775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1419225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From Reactive to Proactive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1419225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3612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3612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6241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94225" y="36242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Real-Time Ingestion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41386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High-throughput data streaming utilizing React state management to simulate live enterprise transaction volumes.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6241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572524" y="36242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Serverless Scale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45074" y="41386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on Google Firebase (Firestore) to auto-scale database read/writes without managing physical infrastructure.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93299" y="26241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350824" y="36242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Cognitive Analysis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23374" y="41386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hybrid AI model combining fast statistical heuristics with deep-dive reasoning via Google Gemini 2.5.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7675" y="27670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27670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45699" y="27670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9191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Architecture Pillars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919162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52500" y="1047750"/>
            <a:ext cx="4400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62000" y="1047750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1981200"/>
            <a:ext cx="460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Decoupled Microservices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249555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application follows a modern microservices pattern.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Frontend (React)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acts as both the ingestion engine and the visualization layer.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360045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Backend (Firebase)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serves as a serverless data store, triggering real-time listeners (`onSnapshot`) to update the UI instantly without page refreshes.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470535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ensures zero latency between a fraud event occurring and the alert appearing on the dashboard.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43350"/>
            <a:ext cx="52387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7527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1. Edge Heuristics (Speed)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32670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Running directly in the browser, our `FraudInferenceEngine` calculates Z-Scores and checks velocity rules in &lt; 10ms.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81750" y="23241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2. Google Gemini (Accuracy)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81750" y="28384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 complex cases, we utilize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Gemini 2.5 Flash API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It analyzes context (e.g., "Why would a coffee shop charge $5,000?") to reduce false positives.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23900" y="40671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40671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Statistical Outlier Detection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23900" y="45148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45148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Velocity Checks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23900" y="49625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4962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IP Geolocation Validation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952875"/>
            <a:ext cx="521970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100965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Hybrid AI Engine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009650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85293"/>
            <a:ext cx="5238750" cy="300171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26479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dashboard provides operational visibility for risk teams. Key components include: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23900" y="34480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3448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Live Feed: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scrolling log of transactions color-coded by risk level.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23900" y="42005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42005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 Charts: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Recharts integration visualizing volume vs. risk spikes.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23900" y="49530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49530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Simulator: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manual injection tool allowing analysts to test "what-if" fraud scenarios against the AI.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594818"/>
            <a:ext cx="5219700" cy="298266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62000" y="1143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Visualization Layer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1143000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3424237"/>
            <a:ext cx="1695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1.5s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471987"/>
            <a:ext cx="1695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Ingestion Interval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266950" y="3424237"/>
            <a:ext cx="289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&lt;50ms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2266950" y="4471987"/>
            <a:ext cx="2895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Inference Latency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162550" y="3424237"/>
            <a:ext cx="1762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99%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162550" y="4471987"/>
            <a:ext cx="1762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Uptime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210978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Metrics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2109787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3075" y="33623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5325" y="33623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7575" y="33623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9825" y="33623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571500" y="43053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02443" y="3971925"/>
            <a:ext cx="29003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MVP Launch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486275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React Frontend &amp; Firebase Integration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264693" y="3971925"/>
            <a:ext cx="29003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AI Integration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333750" y="4486275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Edge Heuristics &amp; Gemini API connection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026943" y="3971925"/>
            <a:ext cx="29003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Hardening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096000" y="4486275"/>
            <a:ext cx="2762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Auth Rules &amp; Enterprise Security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789193" y="3971925"/>
            <a:ext cx="29003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Scale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858250" y="4486275"/>
            <a:ext cx="2762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Multi-Region Deployment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1571625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Development Roadmap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1571625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4392665" y="2419350"/>
            <a:ext cx="340651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791075" y="3429000"/>
            <a:ext cx="2609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FinTech Guardian Project Team</a:t>
            </a:r>
            <a:endParaRPr/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650" y="4210050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1225" y="42100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1005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571500" y="3490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44737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50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1666875" y="28585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https://miro.medium.com/0*QcJrecqBnA_k7siE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666875" y="31042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89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1666875" y="364331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https://png.pngtree.com/background/20250820/original/pngtree-artificial-intelligence-brain-with-glowing-neural-network-connections-on-dark-futuristic-picture-image_17036210.jpg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666875" y="408711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318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1666875" y="462617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https://png.pngtree.com/thumb_back/fh260/background/20250306/pngtree-futuristic-digital-dashboard-with-real-time-data-analytics-and-visualizations-symbolizing-image_17075747.jpg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666875" y="50699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62000" y="140121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1401216"/>
            <a:ext cx="47625" cy="5524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